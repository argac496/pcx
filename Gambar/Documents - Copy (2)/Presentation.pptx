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1842B6-2241-41DF-B3B1-EF4796F50C52}" v="4" dt="2026-01-15T05:31:35.9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ga arga" userId="e051bd3004aa72b5" providerId="LiveId" clId="{1867065F-7848-43EE-967C-EAB5CD05132B}"/>
    <pc:docChg chg="custSel modSld sldOrd">
      <pc:chgData name="arga arga" userId="e051bd3004aa72b5" providerId="LiveId" clId="{1867065F-7848-43EE-967C-EAB5CD05132B}" dt="2026-01-17T02:27:46.425" v="31" actId="20577"/>
      <pc:docMkLst>
        <pc:docMk/>
      </pc:docMkLst>
      <pc:sldChg chg="addSp modSp mod ord">
        <pc:chgData name="arga arga" userId="e051bd3004aa72b5" providerId="LiveId" clId="{1867065F-7848-43EE-967C-EAB5CD05132B}" dt="2026-01-17T02:27:46.425" v="31" actId="20577"/>
        <pc:sldMkLst>
          <pc:docMk/>
          <pc:sldMk cId="3660102957" sldId="256"/>
        </pc:sldMkLst>
        <pc:spChg chg="mod">
          <ac:chgData name="arga arga" userId="e051bd3004aa72b5" providerId="LiveId" clId="{1867065F-7848-43EE-967C-EAB5CD05132B}" dt="2026-01-15T05:30:01.816" v="6" actId="14100"/>
          <ac:spMkLst>
            <pc:docMk/>
            <pc:sldMk cId="3660102957" sldId="256"/>
            <ac:spMk id="2" creationId="{20DC6044-E330-4D3C-C361-71B4AA5BDBC5}"/>
          </ac:spMkLst>
        </pc:spChg>
        <pc:spChg chg="mod">
          <ac:chgData name="arga arga" userId="e051bd3004aa72b5" providerId="LiveId" clId="{1867065F-7848-43EE-967C-EAB5CD05132B}" dt="2026-01-17T02:27:23.749" v="30" actId="1076"/>
          <ac:spMkLst>
            <pc:docMk/>
            <pc:sldMk cId="3660102957" sldId="256"/>
            <ac:spMk id="3" creationId="{43C7B13B-BF03-3860-F060-E2AA76468234}"/>
          </ac:spMkLst>
        </pc:spChg>
        <pc:spChg chg="add mod">
          <ac:chgData name="arga arga" userId="e051bd3004aa72b5" providerId="LiveId" clId="{1867065F-7848-43EE-967C-EAB5CD05132B}" dt="2026-01-15T05:31:30.798" v="21"/>
          <ac:spMkLst>
            <pc:docMk/>
            <pc:sldMk cId="3660102957" sldId="256"/>
            <ac:spMk id="4" creationId="{C49CFE33-651C-4461-EF85-2740E89764B0}"/>
          </ac:spMkLst>
        </pc:spChg>
        <pc:spChg chg="add mod">
          <ac:chgData name="arga arga" userId="e051bd3004aa72b5" providerId="LiveId" clId="{1867065F-7848-43EE-967C-EAB5CD05132B}" dt="2026-01-15T05:31:34.954" v="22"/>
          <ac:spMkLst>
            <pc:docMk/>
            <pc:sldMk cId="3660102957" sldId="256"/>
            <ac:spMk id="5" creationId="{A5B80489-C120-4A57-F0E4-73A3F70A497E}"/>
          </ac:spMkLst>
        </pc:spChg>
        <pc:spChg chg="add mod">
          <ac:chgData name="arga arga" userId="e051bd3004aa72b5" providerId="LiveId" clId="{1867065F-7848-43EE-967C-EAB5CD05132B}" dt="2026-01-17T02:27:46.425" v="31" actId="20577"/>
          <ac:spMkLst>
            <pc:docMk/>
            <pc:sldMk cId="3660102957" sldId="256"/>
            <ac:spMk id="6" creationId="{5BEDEB8D-0183-1C56-5E76-754D096D46E5}"/>
          </ac:spMkLst>
        </pc:spChg>
        <pc:spChg chg="add mod">
          <ac:chgData name="arga arga" userId="e051bd3004aa72b5" providerId="LiveId" clId="{1867065F-7848-43EE-967C-EAB5CD05132B}" dt="2026-01-17T02:27:17.329" v="29" actId="6549"/>
          <ac:spMkLst>
            <pc:docMk/>
            <pc:sldMk cId="3660102957" sldId="256"/>
            <ac:spMk id="7" creationId="{8522C56B-7D26-7CDA-213B-81E0777294CD}"/>
          </ac:spMkLst>
        </pc:spChg>
        <pc:spChg chg="add">
          <ac:chgData name="arga arga" userId="e051bd3004aa72b5" providerId="LiveId" clId="{1867065F-7848-43EE-967C-EAB5CD05132B}" dt="2026-01-17T02:27:17.311" v="28" actId="22"/>
          <ac:spMkLst>
            <pc:docMk/>
            <pc:sldMk cId="3660102957" sldId="256"/>
            <ac:spMk id="9" creationId="{CDDABFFC-43A8-6EB4-9199-65EFB8EF3A7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0245E-AA5E-C5FA-A5EA-2FB401E01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47C38D-863F-CA4F-04F4-3748827C8D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1BB78-BBD6-82C5-4B6B-D0B1AAD4F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D9726-C75E-48A7-A120-6CC3DDF452BB}" type="datetimeFigureOut">
              <a:rPr lang="en-ID" smtClean="0"/>
              <a:t>17/01/2026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2AA43-C07B-7F87-3CE8-FCA4DC58B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CD75C-9086-3F88-DF17-B2C585108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06E64-7D7C-4FF5-9F5F-034B4866668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78964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D70FE-532B-B917-0EBD-FDDEF14A6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21EC2-1F60-4165-4962-D4CC6C4AB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3F20F-7956-99E6-CF00-595668C0C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D9726-C75E-48A7-A120-6CC3DDF452BB}" type="datetimeFigureOut">
              <a:rPr lang="en-ID" smtClean="0"/>
              <a:t>17/01/2026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0C3A3-A609-FC95-BD03-52C161274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EA238-1A11-163A-1E48-3ECB088D2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06E64-7D7C-4FF5-9F5F-034B4866668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61410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7A29B-E03C-F2C5-40BE-3FA4DECCF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A0B822-E818-C02E-2938-7B181A472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56089-F20B-FB98-C6C6-EE136EF44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D9726-C75E-48A7-A120-6CC3DDF452BB}" type="datetimeFigureOut">
              <a:rPr lang="en-ID" smtClean="0"/>
              <a:t>17/01/2026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1A1E3-047F-1FA7-4538-AED8058F2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23C05-5C9C-C989-B650-5BF8F0F16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06E64-7D7C-4FF5-9F5F-034B4866668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54347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2C394-6D44-CC1D-7E26-9B15E8D7A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E91C8-0FE9-6AB9-FEC5-8D5D56A51A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C6823B-C908-4B81-BFA8-889BBC34DB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AA156A-8B6E-8D30-F3D9-BD2C719BA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D9726-C75E-48A7-A120-6CC3DDF452BB}" type="datetimeFigureOut">
              <a:rPr lang="en-ID" smtClean="0"/>
              <a:t>17/01/2026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AA91B8-4E37-3AEF-60BF-759623441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701228-A676-5774-A341-77D9B62E5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06E64-7D7C-4FF5-9F5F-034B4866668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90040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2DDE6-5097-3FF1-AECB-3954BC8C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464452-FBA5-DE46-DBB2-508889528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7B8AC5-C872-A641-D3F6-80F2B85A24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FF4568-F4F8-3B17-627E-4988E35117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88EF99-905D-0C66-1A46-C3EC79941A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03DB9-6CEC-D9B2-0BB2-4214142D5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D9726-C75E-48A7-A120-6CC3DDF452BB}" type="datetimeFigureOut">
              <a:rPr lang="en-ID" smtClean="0"/>
              <a:t>17/01/2026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C8700B-E143-298B-3DC6-E37CB4EFA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E77261-A088-722C-F129-B14CEC150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06E64-7D7C-4FF5-9F5F-034B4866668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5658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ABBA1-2D55-FF14-2E07-36448D9E0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A5C6EC-1CD2-AF5D-E449-639F288DD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D9726-C75E-48A7-A120-6CC3DDF452BB}" type="datetimeFigureOut">
              <a:rPr lang="en-ID" smtClean="0"/>
              <a:t>17/01/2026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4D1AF0-553F-48A7-FAEC-460D21EB0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F36FD6-BC3E-2E94-BDC0-2C4A92CA0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06E64-7D7C-4FF5-9F5F-034B4866668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67369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8ACE46-2669-1D1D-01F9-614D19980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D9726-C75E-48A7-A120-6CC3DDF452BB}" type="datetimeFigureOut">
              <a:rPr lang="en-ID" smtClean="0"/>
              <a:t>17/01/2026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A58FB0-A4EC-4D25-DA5B-6D8E93581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7A5B9-F5DD-921C-D2EC-F5CFA6C2B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06E64-7D7C-4FF5-9F5F-034B4866668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8252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253A8-B71A-A700-D0E1-23C11A5CE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5B714-1223-7481-4C82-B36F7C8E5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745A95-9E2C-11B6-5A57-5A0C3E055E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A25E54-45ED-6D12-9E90-649806F3D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D9726-C75E-48A7-A120-6CC3DDF452BB}" type="datetimeFigureOut">
              <a:rPr lang="en-ID" smtClean="0"/>
              <a:t>17/01/2026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BD05F3-DF15-1B04-3672-8506E596D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F7CD28-9ACB-AE0B-DF9B-578E3B051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06E64-7D7C-4FF5-9F5F-034B4866668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2371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9D0BE-5307-46D3-A6AF-6DE5A2B09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0F30B5-DFF5-A4C3-460F-4F59A4C7A1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E16ECB-EFE4-07E7-C976-5D4CE7AF9A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8133FF-8BF9-A6B6-B447-ECABABEA2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D9726-C75E-48A7-A120-6CC3DDF452BB}" type="datetimeFigureOut">
              <a:rPr lang="en-ID" smtClean="0"/>
              <a:t>17/01/2026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6ECF75-BCF9-21A0-EF66-7E5FA5ACE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B203D-E62B-7519-EAE4-8D9A55933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06E64-7D7C-4FF5-9F5F-034B4866668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71275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84032-76E4-C683-8882-7EE4A984C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E85E8E-A150-10BA-C167-D493A3371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2A126-A171-57BA-06C7-E5726D1A5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D9726-C75E-48A7-A120-6CC3DDF452BB}" type="datetimeFigureOut">
              <a:rPr lang="en-ID" smtClean="0"/>
              <a:t>17/01/2026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71498-12FD-7F5B-6038-FC75F34FE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E9A09-802F-AC39-3973-985966E79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06E64-7D7C-4FF5-9F5F-034B4866668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68825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338056-1663-8022-4B7C-4BAB1696A0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BB0595-FB66-6163-D697-5C06DE695E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92E9CA-AAF2-6AB7-6EB1-CB083CCA4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D9726-C75E-48A7-A120-6CC3DDF452BB}" type="datetimeFigureOut">
              <a:rPr lang="en-ID" smtClean="0"/>
              <a:t>17/01/2026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A4563-028D-05F6-DE49-524E3D167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759B2-E508-6B2F-A848-5775B0585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06E64-7D7C-4FF5-9F5F-034B4866668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82667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3ED1F8-9E0C-4A35-2246-2829501E2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98EB2-C003-F744-4365-DA6BBD415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E1C32-C1E5-01BB-18D2-DD09DF1F14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1D9726-C75E-48A7-A120-6CC3DDF452BB}" type="datetimeFigureOut">
              <a:rPr lang="en-ID" smtClean="0"/>
              <a:t>17/01/2026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AB2B4-676D-0CC7-2ACE-4D61EE750E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4F9FC-890E-F5C7-D0C7-2DE3735277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D06E64-7D7C-4FF5-9F5F-034B4866668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45612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835B0-8710-691C-51B8-D3B83A12E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617B7-F31D-CC19-0E3F-811FCE849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08483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C6044-E330-4D3C-C361-71B4AA5BDB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48641"/>
            <a:ext cx="8991600" cy="1591056"/>
          </a:xfrm>
        </p:spPr>
        <p:txBody>
          <a:bodyPr>
            <a:normAutofit/>
          </a:bodyPr>
          <a:lstStyle/>
          <a:p>
            <a:r>
              <a:rPr lang="en-US" sz="10000" dirty="0" err="1">
                <a:solidFill>
                  <a:srgbClr val="FF0000"/>
                </a:solidFill>
              </a:rPr>
              <a:t>Pergaulan</a:t>
            </a:r>
            <a:r>
              <a:rPr lang="en-US" sz="10000" dirty="0"/>
              <a:t> </a:t>
            </a:r>
            <a:r>
              <a:rPr lang="en-US" sz="10000" dirty="0" err="1">
                <a:solidFill>
                  <a:srgbClr val="FF0000"/>
                </a:solidFill>
              </a:rPr>
              <a:t>bebas</a:t>
            </a:r>
            <a:endParaRPr lang="en-ID" sz="1000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C7B13B-BF03-3860-F060-E2AA764682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1200" y="2868664"/>
            <a:ext cx="9832848" cy="2323274"/>
          </a:xfrm>
        </p:spPr>
        <p:txBody>
          <a:bodyPr>
            <a:normAutofit/>
          </a:bodyPr>
          <a:lstStyle/>
          <a:p>
            <a:pPr algn="r"/>
            <a:r>
              <a:rPr lang="en-ID" dirty="0" err="1"/>
              <a:t>Pergaulan</a:t>
            </a:r>
            <a:r>
              <a:rPr lang="en-ID" dirty="0"/>
              <a:t> </a:t>
            </a:r>
            <a:r>
              <a:rPr lang="en-ID" dirty="0" err="1"/>
              <a:t>bebas</a:t>
            </a:r>
            <a:r>
              <a:rPr lang="en-ID" dirty="0"/>
              <a:t>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fenomena</a:t>
            </a:r>
            <a:r>
              <a:rPr lang="en-ID" dirty="0"/>
              <a:t> </a:t>
            </a:r>
            <a:r>
              <a:rPr lang="en-ID" dirty="0" err="1"/>
              <a:t>sosial</a:t>
            </a:r>
            <a:r>
              <a:rPr lang="en-ID" dirty="0"/>
              <a:t> yang </a:t>
            </a:r>
            <a:r>
              <a:rPr lang="en-ID" dirty="0" err="1"/>
              <a:t>semakin</a:t>
            </a:r>
            <a:r>
              <a:rPr lang="en-ID" dirty="0"/>
              <a:t>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ditemui</a:t>
            </a:r>
            <a:r>
              <a:rPr lang="en-ID" dirty="0"/>
              <a:t>, </a:t>
            </a:r>
            <a:r>
              <a:rPr lang="en-ID" dirty="0" err="1"/>
              <a:t>terutama</a:t>
            </a:r>
            <a:r>
              <a:rPr lang="en-ID" dirty="0"/>
              <a:t> di </a:t>
            </a:r>
            <a:r>
              <a:rPr lang="en-ID" dirty="0" err="1"/>
              <a:t>kalangan</a:t>
            </a:r>
            <a:r>
              <a:rPr lang="en-ID" dirty="0"/>
              <a:t> </a:t>
            </a:r>
            <a:r>
              <a:rPr lang="en-ID" dirty="0" err="1"/>
              <a:t>remaja</a:t>
            </a:r>
            <a:r>
              <a:rPr lang="en-ID" dirty="0"/>
              <a:t> dan </a:t>
            </a:r>
            <a:r>
              <a:rPr lang="en-ID" dirty="0" err="1"/>
              <a:t>generasi</a:t>
            </a:r>
            <a:r>
              <a:rPr lang="en-ID" dirty="0"/>
              <a:t> </a:t>
            </a:r>
            <a:r>
              <a:rPr lang="en-ID" dirty="0" err="1"/>
              <a:t>muda</a:t>
            </a:r>
            <a:r>
              <a:rPr lang="en-ID" dirty="0"/>
              <a:t>. Istilah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merujuk</a:t>
            </a:r>
            <a:r>
              <a:rPr lang="en-ID" dirty="0"/>
              <a:t> pada </a:t>
            </a:r>
            <a:r>
              <a:rPr lang="en-ID" dirty="0" err="1"/>
              <a:t>pola</a:t>
            </a:r>
            <a:r>
              <a:rPr lang="en-ID" dirty="0"/>
              <a:t> </a:t>
            </a:r>
            <a:r>
              <a:rPr lang="en-ID" dirty="0" err="1"/>
              <a:t>pergaulan</a:t>
            </a:r>
            <a:r>
              <a:rPr lang="en-ID" dirty="0"/>
              <a:t> yang </a:t>
            </a:r>
            <a:r>
              <a:rPr lang="en-ID" u="sng" dirty="0" err="1"/>
              <a:t>melampaui</a:t>
            </a:r>
            <a:r>
              <a:rPr lang="en-ID" dirty="0"/>
              <a:t> batas norma agama, moral, dan </a:t>
            </a:r>
            <a:r>
              <a:rPr lang="en-ID" dirty="0" err="1"/>
              <a:t>sosial</a:t>
            </a:r>
            <a:r>
              <a:rPr lang="en-ID" dirty="0"/>
              <a:t> yang </a:t>
            </a:r>
            <a:r>
              <a:rPr lang="en-ID" dirty="0" err="1"/>
              <a:t>berlaku</a:t>
            </a:r>
            <a:r>
              <a:rPr lang="en-ID" dirty="0"/>
              <a:t> di </a:t>
            </a:r>
            <a:r>
              <a:rPr lang="en-ID" dirty="0" err="1"/>
              <a:t>masyarakat</a:t>
            </a:r>
            <a:r>
              <a:rPr lang="en-ID" dirty="0"/>
              <a:t>. </a:t>
            </a:r>
            <a:r>
              <a:rPr lang="en-ID" dirty="0" err="1"/>
              <a:t>Pergaulan</a:t>
            </a:r>
            <a:r>
              <a:rPr lang="en-ID" dirty="0"/>
              <a:t> </a:t>
            </a:r>
            <a:r>
              <a:rPr lang="en-ID" dirty="0" err="1"/>
              <a:t>bebas</a:t>
            </a:r>
            <a:r>
              <a:rPr lang="en-ID" dirty="0"/>
              <a:t> </a:t>
            </a:r>
            <a:r>
              <a:rPr lang="en-ID" dirty="0" err="1"/>
              <a:t>umumnya</a:t>
            </a:r>
            <a:r>
              <a:rPr lang="en-ID" dirty="0"/>
              <a:t> </a:t>
            </a:r>
            <a:r>
              <a:rPr lang="en-ID" dirty="0" err="1"/>
              <a:t>muncul</a:t>
            </a:r>
            <a:r>
              <a:rPr lang="en-ID" dirty="0"/>
              <a:t> </a:t>
            </a:r>
            <a:r>
              <a:rPr lang="en-ID" dirty="0" err="1"/>
              <a:t>akibat</a:t>
            </a:r>
            <a:r>
              <a:rPr lang="en-ID" dirty="0"/>
              <a:t> </a:t>
            </a:r>
            <a:r>
              <a:rPr lang="en-ID" dirty="0" err="1"/>
              <a:t>kurangnya</a:t>
            </a:r>
            <a:r>
              <a:rPr lang="en-ID" dirty="0"/>
              <a:t> </a:t>
            </a:r>
            <a:r>
              <a:rPr lang="en-ID" dirty="0" err="1"/>
              <a:t>pengawasan</a:t>
            </a:r>
            <a:r>
              <a:rPr lang="en-ID" dirty="0"/>
              <a:t>, </a:t>
            </a:r>
            <a:r>
              <a:rPr lang="en-ID" dirty="0" err="1"/>
              <a:t>lemahnya</a:t>
            </a:r>
            <a:r>
              <a:rPr lang="en-ID" dirty="0"/>
              <a:t> </a:t>
            </a:r>
            <a:r>
              <a:rPr lang="en-ID" dirty="0" err="1"/>
              <a:t>pemahaman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, </a:t>
            </a:r>
            <a:r>
              <a:rPr lang="en-ID" dirty="0" err="1"/>
              <a:t>serta</a:t>
            </a:r>
            <a:r>
              <a:rPr lang="en-ID" dirty="0"/>
              <a:t> .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49CFE33-651C-4461-EF85-2740E89764B0}"/>
              </a:ext>
            </a:extLst>
          </p:cNvPr>
          <p:cNvSpPr txBox="1">
            <a:spLocks/>
          </p:cNvSpPr>
          <p:nvPr/>
        </p:nvSpPr>
        <p:spPr>
          <a:xfrm>
            <a:off x="1676400" y="3754438"/>
            <a:ext cx="9832848" cy="2323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ID"/>
              <a:t>Pergaulan bebas merupakan fenomena sosial yang semakin sering ditemui, terutama di kalangan remaja dan generasi muda. Istilah ini merujuk pada pola pergaulan yang </a:t>
            </a:r>
            <a:r>
              <a:rPr lang="en-ID" u="sng"/>
              <a:t>melampaui</a:t>
            </a:r>
            <a:r>
              <a:rPr lang="en-ID"/>
              <a:t> batas norma agama, moral, dan sosial yang berlaku di masyarakat. Pergaulan bebas umumnya muncul akibat kurangnya pengawasan, lemahnya pemahaman nilai, serta .</a:t>
            </a:r>
            <a:endParaRPr lang="en-ID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5B80489-C120-4A57-F0E4-73A3F70A497E}"/>
              </a:ext>
            </a:extLst>
          </p:cNvPr>
          <p:cNvSpPr txBox="1">
            <a:spLocks/>
          </p:cNvSpPr>
          <p:nvPr/>
        </p:nvSpPr>
        <p:spPr>
          <a:xfrm>
            <a:off x="1828800" y="3906838"/>
            <a:ext cx="9832848" cy="2323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ID" dirty="0" err="1"/>
              <a:t>Pergaulan</a:t>
            </a:r>
            <a:r>
              <a:rPr lang="en-ID" dirty="0"/>
              <a:t> </a:t>
            </a:r>
            <a:r>
              <a:rPr lang="en-ID" dirty="0" err="1"/>
              <a:t>bebas</a:t>
            </a:r>
            <a:r>
              <a:rPr lang="en-ID" dirty="0"/>
              <a:t>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fenomena</a:t>
            </a:r>
            <a:r>
              <a:rPr lang="en-ID" dirty="0"/>
              <a:t> </a:t>
            </a:r>
            <a:r>
              <a:rPr lang="en-ID" dirty="0" err="1"/>
              <a:t>sosial</a:t>
            </a:r>
            <a:r>
              <a:rPr lang="en-ID" dirty="0"/>
              <a:t> yang </a:t>
            </a:r>
            <a:r>
              <a:rPr lang="en-ID" dirty="0" err="1"/>
              <a:t>semakin</a:t>
            </a:r>
            <a:r>
              <a:rPr lang="en-ID" dirty="0"/>
              <a:t>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ditemui</a:t>
            </a:r>
            <a:r>
              <a:rPr lang="en-ID" dirty="0"/>
              <a:t>, </a:t>
            </a:r>
            <a:r>
              <a:rPr lang="en-ID" dirty="0" err="1"/>
              <a:t>terutama</a:t>
            </a:r>
            <a:r>
              <a:rPr lang="en-ID" dirty="0"/>
              <a:t> di </a:t>
            </a:r>
            <a:r>
              <a:rPr lang="en-ID" dirty="0" err="1"/>
              <a:t>kalangan</a:t>
            </a:r>
            <a:r>
              <a:rPr lang="en-ID" dirty="0"/>
              <a:t> </a:t>
            </a:r>
            <a:r>
              <a:rPr lang="en-ID" dirty="0" err="1"/>
              <a:t>remaja</a:t>
            </a:r>
            <a:r>
              <a:rPr lang="en-ID" dirty="0"/>
              <a:t> dan </a:t>
            </a:r>
            <a:r>
              <a:rPr lang="en-ID" dirty="0" err="1"/>
              <a:t>generasi</a:t>
            </a:r>
            <a:r>
              <a:rPr lang="en-ID" dirty="0"/>
              <a:t> </a:t>
            </a:r>
            <a:r>
              <a:rPr lang="en-ID" dirty="0" err="1"/>
              <a:t>muda</a:t>
            </a:r>
            <a:r>
              <a:rPr lang="en-ID" dirty="0"/>
              <a:t>. Istilah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merujuk</a:t>
            </a:r>
            <a:r>
              <a:rPr lang="en-ID" dirty="0"/>
              <a:t> pada </a:t>
            </a:r>
            <a:r>
              <a:rPr lang="en-ID" dirty="0" err="1"/>
              <a:t>pola</a:t>
            </a:r>
            <a:r>
              <a:rPr lang="en-ID" dirty="0"/>
              <a:t> </a:t>
            </a:r>
            <a:r>
              <a:rPr lang="en-ID" dirty="0" err="1"/>
              <a:t>pergaulan</a:t>
            </a:r>
            <a:r>
              <a:rPr lang="en-ID" dirty="0"/>
              <a:t> yang </a:t>
            </a:r>
            <a:r>
              <a:rPr lang="en-ID" u="sng" dirty="0" err="1"/>
              <a:t>melampaui</a:t>
            </a:r>
            <a:r>
              <a:rPr lang="en-ID" dirty="0"/>
              <a:t> batas norma agama, moral, dan </a:t>
            </a:r>
            <a:r>
              <a:rPr lang="en-ID" dirty="0" err="1"/>
              <a:t>sosial</a:t>
            </a:r>
            <a:r>
              <a:rPr lang="en-ID" dirty="0"/>
              <a:t> yang </a:t>
            </a:r>
            <a:r>
              <a:rPr lang="en-ID" dirty="0" err="1"/>
              <a:t>berlaku</a:t>
            </a:r>
            <a:r>
              <a:rPr lang="en-ID" dirty="0"/>
              <a:t> di </a:t>
            </a:r>
            <a:r>
              <a:rPr lang="en-ID" dirty="0" err="1"/>
              <a:t>masyarakat</a:t>
            </a:r>
            <a:r>
              <a:rPr lang="en-ID" dirty="0"/>
              <a:t>. </a:t>
            </a:r>
            <a:r>
              <a:rPr lang="en-ID" dirty="0" err="1"/>
              <a:t>Pergaulan</a:t>
            </a:r>
            <a:r>
              <a:rPr lang="en-ID" dirty="0"/>
              <a:t> </a:t>
            </a:r>
            <a:r>
              <a:rPr lang="en-ID" dirty="0" err="1"/>
              <a:t>bebas</a:t>
            </a:r>
            <a:r>
              <a:rPr lang="en-ID" dirty="0"/>
              <a:t> </a:t>
            </a:r>
            <a:r>
              <a:rPr lang="en-ID" dirty="0" err="1"/>
              <a:t>umumnya</a:t>
            </a:r>
            <a:r>
              <a:rPr lang="en-ID" dirty="0"/>
              <a:t> </a:t>
            </a:r>
            <a:r>
              <a:rPr lang="en-ID" dirty="0" err="1"/>
              <a:t>muncul</a:t>
            </a:r>
            <a:r>
              <a:rPr lang="en-ID" dirty="0"/>
              <a:t> </a:t>
            </a:r>
            <a:r>
              <a:rPr lang="en-ID" dirty="0" err="1"/>
              <a:t>akibat</a:t>
            </a:r>
            <a:r>
              <a:rPr lang="en-ID" dirty="0"/>
              <a:t> </a:t>
            </a:r>
            <a:r>
              <a:rPr lang="en-ID" dirty="0" err="1"/>
              <a:t>kurangnya</a:t>
            </a:r>
            <a:r>
              <a:rPr lang="en-ID" dirty="0"/>
              <a:t> </a:t>
            </a:r>
            <a:r>
              <a:rPr lang="en-ID" dirty="0" err="1"/>
              <a:t>pengawasan</a:t>
            </a:r>
            <a:r>
              <a:rPr lang="en-ID" dirty="0"/>
              <a:t>, </a:t>
            </a:r>
            <a:r>
              <a:rPr lang="en-ID" dirty="0" err="1"/>
              <a:t>lemahnya</a:t>
            </a:r>
            <a:r>
              <a:rPr lang="en-ID" dirty="0"/>
              <a:t> </a:t>
            </a:r>
            <a:r>
              <a:rPr lang="en-ID" dirty="0" err="1"/>
              <a:t>pemahaman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, </a:t>
            </a:r>
            <a:r>
              <a:rPr lang="en-ID" dirty="0" err="1"/>
              <a:t>serta</a:t>
            </a:r>
            <a:r>
              <a:rPr lang="en-ID" dirty="0"/>
              <a:t> .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BEDEB8D-0183-1C56-5E76-754D096D46E5}"/>
              </a:ext>
            </a:extLst>
          </p:cNvPr>
          <p:cNvSpPr txBox="1">
            <a:spLocks/>
          </p:cNvSpPr>
          <p:nvPr/>
        </p:nvSpPr>
        <p:spPr>
          <a:xfrm>
            <a:off x="1981200" y="4059238"/>
            <a:ext cx="9832848" cy="2323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ID" dirty="0" err="1"/>
              <a:t>Pergaulan</a:t>
            </a:r>
            <a:r>
              <a:rPr lang="en-ID" dirty="0"/>
              <a:t> </a:t>
            </a:r>
            <a:r>
              <a:rPr lang="en-ID" dirty="0" err="1"/>
              <a:t>bebas</a:t>
            </a:r>
            <a:r>
              <a:rPr lang="en-ID" dirty="0"/>
              <a:t>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fenomena</a:t>
            </a:r>
            <a:r>
              <a:rPr lang="en-ID" dirty="0"/>
              <a:t> </a:t>
            </a:r>
            <a:r>
              <a:rPr lang="en-ID" dirty="0" err="1"/>
              <a:t>sosial</a:t>
            </a:r>
            <a:r>
              <a:rPr lang="en-ID" dirty="0"/>
              <a:t> yang </a:t>
            </a:r>
            <a:r>
              <a:rPr lang="en-ID" dirty="0" err="1"/>
              <a:t>semakin</a:t>
            </a:r>
            <a:r>
              <a:rPr lang="en-ID" dirty="0"/>
              <a:t>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ditemui</a:t>
            </a:r>
            <a:r>
              <a:rPr lang="en-ID"/>
              <a:t>, </a:t>
            </a:r>
            <a:endParaRPr lang="en-ID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522C56B-7D26-7CDA-213B-81E0777294CD}"/>
              </a:ext>
            </a:extLst>
          </p:cNvPr>
          <p:cNvSpPr txBox="1">
            <a:spLocks/>
          </p:cNvSpPr>
          <p:nvPr/>
        </p:nvSpPr>
        <p:spPr>
          <a:xfrm>
            <a:off x="2133600" y="4211638"/>
            <a:ext cx="9832848" cy="2323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 algn="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/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ID" dirty="0" err="1"/>
              <a:t>Pergau</a:t>
            </a:r>
            <a:r>
              <a:rPr lang="en-ID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DABFFC-43A8-6EB4-9199-65EFB8EF3A7F}"/>
              </a:ext>
            </a:extLst>
          </p:cNvPr>
          <p:cNvSpPr txBox="1"/>
          <p:nvPr/>
        </p:nvSpPr>
        <p:spPr>
          <a:xfrm>
            <a:off x="3047238" y="2551837"/>
            <a:ext cx="60944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/>
              <a:t>lan </a:t>
            </a:r>
            <a:r>
              <a:rPr lang="en-ID" dirty="0" err="1"/>
              <a:t>bebas</a:t>
            </a:r>
            <a:r>
              <a:rPr lang="en-ID" dirty="0"/>
              <a:t>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fenomena</a:t>
            </a:r>
            <a:r>
              <a:rPr lang="en-ID" dirty="0"/>
              <a:t> </a:t>
            </a:r>
            <a:r>
              <a:rPr lang="en-ID" dirty="0" err="1"/>
              <a:t>sosial</a:t>
            </a:r>
            <a:r>
              <a:rPr lang="en-ID" dirty="0"/>
              <a:t> yang </a:t>
            </a:r>
            <a:r>
              <a:rPr lang="en-ID" dirty="0" err="1"/>
              <a:t>semakin</a:t>
            </a:r>
            <a:r>
              <a:rPr lang="en-ID" dirty="0"/>
              <a:t>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ditemui</a:t>
            </a:r>
            <a:r>
              <a:rPr lang="en-ID" dirty="0"/>
              <a:t>, </a:t>
            </a:r>
            <a:r>
              <a:rPr lang="en-ID" dirty="0" err="1"/>
              <a:t>terutama</a:t>
            </a:r>
            <a:r>
              <a:rPr lang="en-ID" dirty="0"/>
              <a:t> di </a:t>
            </a:r>
            <a:r>
              <a:rPr lang="en-ID" dirty="0" err="1"/>
              <a:t>kalangan</a:t>
            </a:r>
            <a:r>
              <a:rPr lang="en-ID" dirty="0"/>
              <a:t> </a:t>
            </a:r>
            <a:r>
              <a:rPr lang="en-ID" dirty="0" err="1"/>
              <a:t>remaja</a:t>
            </a:r>
            <a:r>
              <a:rPr lang="en-ID" dirty="0"/>
              <a:t> dan </a:t>
            </a:r>
            <a:r>
              <a:rPr lang="en-ID" dirty="0" err="1"/>
              <a:t>generasi</a:t>
            </a:r>
            <a:r>
              <a:rPr lang="en-ID" dirty="0"/>
              <a:t> </a:t>
            </a:r>
            <a:r>
              <a:rPr lang="en-ID" dirty="0" err="1"/>
              <a:t>muda</a:t>
            </a:r>
            <a:r>
              <a:rPr lang="en-ID" dirty="0"/>
              <a:t>. Istilah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merujuk</a:t>
            </a:r>
            <a:r>
              <a:rPr lang="en-ID" dirty="0"/>
              <a:t> pada </a:t>
            </a:r>
            <a:r>
              <a:rPr lang="en-ID" dirty="0" err="1"/>
              <a:t>pola</a:t>
            </a:r>
            <a:r>
              <a:rPr lang="en-ID" dirty="0"/>
              <a:t> </a:t>
            </a:r>
            <a:r>
              <a:rPr lang="en-ID" dirty="0" err="1"/>
              <a:t>pergaulan</a:t>
            </a:r>
            <a:r>
              <a:rPr lang="en-ID" dirty="0"/>
              <a:t> yang </a:t>
            </a:r>
            <a:r>
              <a:rPr lang="en-ID" dirty="0" err="1"/>
              <a:t>melampaui</a:t>
            </a:r>
            <a:r>
              <a:rPr lang="en-ID" dirty="0"/>
              <a:t> batas norma agama, moral, dan </a:t>
            </a:r>
            <a:r>
              <a:rPr lang="en-ID" dirty="0" err="1"/>
              <a:t>sosial</a:t>
            </a:r>
            <a:r>
              <a:rPr lang="en-ID" dirty="0"/>
              <a:t> yang </a:t>
            </a:r>
            <a:r>
              <a:rPr lang="en-ID" dirty="0" err="1"/>
              <a:t>berlaku</a:t>
            </a:r>
            <a:r>
              <a:rPr lang="en-ID" dirty="0"/>
              <a:t> di </a:t>
            </a:r>
            <a:r>
              <a:rPr lang="en-ID" dirty="0" err="1"/>
              <a:t>masyarakat</a:t>
            </a:r>
            <a:r>
              <a:rPr lang="en-ID" dirty="0"/>
              <a:t>. </a:t>
            </a:r>
            <a:r>
              <a:rPr lang="en-ID" dirty="0" err="1"/>
              <a:t>Pergaulan</a:t>
            </a:r>
            <a:r>
              <a:rPr lang="en-ID" dirty="0"/>
              <a:t> </a:t>
            </a:r>
            <a:r>
              <a:rPr lang="en-ID" dirty="0" err="1"/>
              <a:t>bebas</a:t>
            </a:r>
            <a:r>
              <a:rPr lang="en-ID" dirty="0"/>
              <a:t> </a:t>
            </a:r>
            <a:r>
              <a:rPr lang="en-ID" dirty="0" err="1"/>
              <a:t>umumnya</a:t>
            </a:r>
            <a:r>
              <a:rPr lang="en-ID" dirty="0"/>
              <a:t> </a:t>
            </a:r>
            <a:r>
              <a:rPr lang="en-ID" dirty="0" err="1"/>
              <a:t>muncul</a:t>
            </a:r>
            <a:r>
              <a:rPr lang="en-ID" dirty="0"/>
              <a:t> </a:t>
            </a:r>
            <a:r>
              <a:rPr lang="en-ID" dirty="0" err="1"/>
              <a:t>akibat</a:t>
            </a:r>
            <a:r>
              <a:rPr lang="en-ID" dirty="0"/>
              <a:t> </a:t>
            </a:r>
            <a:r>
              <a:rPr lang="en-ID" dirty="0" err="1"/>
              <a:t>kurangnya</a:t>
            </a:r>
            <a:r>
              <a:rPr lang="en-ID" dirty="0"/>
              <a:t> </a:t>
            </a:r>
            <a:r>
              <a:rPr lang="en-ID" dirty="0" err="1"/>
              <a:t>pengawasan</a:t>
            </a:r>
            <a:r>
              <a:rPr lang="en-ID" dirty="0"/>
              <a:t>, </a:t>
            </a:r>
            <a:r>
              <a:rPr lang="en-ID" dirty="0" err="1"/>
              <a:t>lemahnya</a:t>
            </a:r>
            <a:r>
              <a:rPr lang="en-ID" dirty="0"/>
              <a:t> </a:t>
            </a:r>
            <a:r>
              <a:rPr lang="en-ID" dirty="0" err="1"/>
              <a:t>pemahaman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, </a:t>
            </a:r>
            <a:r>
              <a:rPr lang="en-ID" dirty="0" err="1"/>
              <a:t>serta</a:t>
            </a:r>
            <a:r>
              <a:rPr lang="en-ID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60102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225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Pergaulan bebas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arga arga</dc:creator>
  <cp:lastModifiedBy>arga arga</cp:lastModifiedBy>
  <cp:revision>1</cp:revision>
  <dcterms:created xsi:type="dcterms:W3CDTF">2026-01-15T02:54:48Z</dcterms:created>
  <dcterms:modified xsi:type="dcterms:W3CDTF">2026-01-17T02:27:48Z</dcterms:modified>
</cp:coreProperties>
</file>